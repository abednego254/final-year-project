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LimaLink: Uber-Like Platform for Farm-Ploughing Tractors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Abednego Kaume</a:t>
            </a:r>
          </a:p>
          <a:p>
            <a:r>
              <a:t>N11/3/0053/020</a:t>
            </a:r>
          </a:p>
          <a:p>
            <a:r>
              <a:t>Laikipia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Smallholder farmers suffer from delayed land preparation due to lack of tractors.</a:t>
            </a:r>
          </a:p>
          <a:p>
            <a:pPr/>
            <a:r>
              <a:t>Tractor owners suffer from equipment underutilization and idle time.</a:t>
            </a:r>
          </a:p>
          <a:p>
            <a:pPr/>
            <a:r>
              <a:t>Current scheduling is manual, informal, and highly inefficient.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LimaLink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digital platform bringing the gig-economy to agriculture.</a:t>
            </a:r>
          </a:p>
          <a:p>
            <a:pPr/>
            <a:r>
              <a:t>Connects farmers to nearby tractors in real-time.</a:t>
            </a:r>
          </a:p>
          <a:p>
            <a:pPr/>
            <a:r>
              <a:t>Eliminates middlemen to ensure fair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cross-platform mobile app for booking.</a:t>
            </a:r>
          </a:p>
          <a:p>
            <a:pPr/>
            <a:r>
              <a:t>Develop a dedicated module for operators.</a:t>
            </a:r>
          </a:p>
          <a:p>
            <a:pPr/>
            <a:r>
              <a:t>Create a web dashboard for administrative oversight.</a:t>
            </a:r>
          </a:p>
          <a:p>
            <a:pPr/>
            <a:r>
              <a:t>Implement real-time GPS tracking and secure M-Pesa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08080"/>
                </a:solidFill>
              </a:defRPr>
            </a:pPr>
            <a:r>
              <a:t>[Insert Conceptual Framework Diagram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08080"/>
                </a:solidFill>
              </a:defRPr>
            </a:pPr>
            <a:r>
              <a:t>[Insert Hand-Drawn Architecture Diagram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Flutter (Mobile) and React (Web)</a:t>
            </a:r>
          </a:p>
          <a:p>
            <a:pPr/>
            <a:r>
              <a:t>Backend: Node.js, Express, PostgreSQL</a:t>
            </a:r>
          </a:p>
          <a:p>
            <a:pPr/>
            <a:r>
              <a:t>Real-Time: Socket.io for GPS broadcasting</a:t>
            </a:r>
          </a:p>
          <a:p>
            <a:pPr/>
            <a:r>
              <a:t>Payments: Safaricom M-Pesa Daraja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Latency: Reduced to an average of 42 seconds.</a:t>
            </a:r>
          </a:p>
          <a:p>
            <a:pPr/>
            <a:r>
              <a:t>Payment Reliability: 96% M-Pesa transaction success rate.</a:t>
            </a:r>
          </a:p>
          <a:p>
            <a:pPr/>
            <a:r>
              <a:t>System Usability: Scored 82.5 on the System Usability Scale (SUS).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08080"/>
                </a:solidFill>
              </a:defRPr>
            </a:pPr>
            <a:r>
              <a:t>[Switch to Live Demo of the Application]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Tractor-as-a-Service is technically feasible and highly effective.</a:t>
            </a:r>
          </a:p>
          <a:p>
            <a:pPr/>
            <a:r>
              <a:t>Real-time tracking and digital payments build crucial user trust.</a:t>
            </a:r>
          </a:p>
          <a:p>
            <a:pPr/>
            <a:r>
              <a:t>Recommendation: Explore this architecture for other agricultural machinery.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